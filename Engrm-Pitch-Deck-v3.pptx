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1371600"/>
            <a:ext cx="5486400" cy="54864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0000"/>
                </a:solidFill>
                <a:latin typeface="Arial"/>
              </a:defRPr>
            </a:pPr>
            <a:r>
              <a:t>The cognitive</a:t>
            </a:r>
            <a:br/>
            <a:r>
              <a:t>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46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1E1E"/>
                </a:solidFill>
                <a:latin typeface="Arial"/>
              </a:defRPr>
            </a:pPr>
            <a:r>
              <a:t>Memory infrastructure for AI agents.</a:t>
            </a:r>
            <a:br/>
            <a:r>
              <a:t>Every conversation builds on the last.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onsolas"/>
              </a:defRPr>
            </a:pPr>
            <a:r>
              <a:t>Persistent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858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onsolas"/>
              </a:defRPr>
            </a:pPr>
            <a:r>
              <a:t>engrm.xyz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0000"/>
                </a:solidFill>
                <a:latin typeface="Arial"/>
              </a:defRPr>
            </a:pPr>
            <a:r>
              <a:t>Every AI agent</a:t>
            </a:r>
            <a:br/>
            <a:r>
              <a:t>wakes up with amnesia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1E1E"/>
                </a:solidFill>
                <a:latin typeface="Arial"/>
              </a:defRPr>
            </a:pPr>
            <a:r>
              <a:t>ChatGPT forgets you between sessions.</a:t>
            </a:r>
            <a:br/>
            <a:r>
              <a:t>Custom agents lose context on restart.</a:t>
            </a:r>
            <a:br/>
            <a:r>
              <a:t>RAG retrieves documents, not relationships.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82880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0116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B15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MEMORIES RETAINED</a:t>
            </a:r>
            <a:br/>
            <a:r>
              <a:t>BETWEEN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65760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38404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B15"/>
                </a:solidFill>
                <a:latin typeface="Arial"/>
              </a:defRPr>
            </a:pPr>
            <a:r>
              <a:t>$7.5M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COGNEE SEED ROUND</a:t>
            </a:r>
            <a:br/>
            <a:r>
              <a:t>VALIDATES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548640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56692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B15"/>
                </a:solidFill>
                <a:latin typeface="Arial"/>
              </a:defRPr>
            </a:pPr>
            <a:r>
              <a:t>$47B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400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AI AGENT MARKET</a:t>
            </a:r>
            <a:br/>
            <a:r>
              <a:t>BY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0000"/>
                </a:solidFill>
                <a:latin typeface="Arial"/>
              </a:defRPr>
            </a:pPr>
            <a:r>
              <a:t>A brain, not a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1E1E"/>
                </a:solidFill>
                <a:latin typeface="Arial"/>
              </a:defRPr>
            </a:pPr>
            <a:r>
              <a:t>Memory that works like human cognition — and improves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Intelligent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1206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Memory types: identity, preference,</a:t>
            </a:r>
            <a:br/>
            <a:r>
              <a:t>belief, decision, fact. Context-aware.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65760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Self-improving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1206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Reflect, consolidate, decay.</a:t>
            </a:r>
            <a:br/>
            <a:r>
              <a:t>Memories that help get reinforced.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365760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9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9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User &amp; Agent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9" y="51206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Server-side AES-256-GCM.</a:t>
            </a:r>
            <a:br/>
            <a:r>
              <a:t>Not even we can read your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Simple API. Powerful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411480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Consolas"/>
              </a:defRPr>
            </a:pPr>
            <a:r>
              <a:t>POST /memories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Store with auto-classification</a:t>
            </a:r>
            <a:br/>
            <a:r>
              <a:t>→ Extract entities &amp; links</a:t>
            </a:r>
            <a:br/>
            <a:r>
              <a:t>→ Classify: fact, preference...</a:t>
            </a:r>
            <a:br/>
            <a:r>
              <a:t>→ Encrypt at rest (AES-256)</a:t>
            </a:r>
            <a:br/>
            <a:r>
              <a:t>→ Vectorize for semantic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743200"/>
            <a:ext cx="411480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Consolas"/>
              </a:defRPr>
            </a:pPr>
            <a:r>
              <a:t>POST /search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5661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Retrieve relevant memories</a:t>
            </a:r>
            <a:br/>
            <a:r>
              <a:t>→ Semantic + keyword hybrid</a:t>
            </a:r>
            <a:br/>
            <a:r>
              <a:t>→ Importance-weighted ranking</a:t>
            </a:r>
            <a:br/>
            <a:r>
              <a:t>→ Time-aware filtering</a:t>
            </a:r>
            <a:br/>
            <a:r>
              <a:t>→ Namespace isolation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2743200"/>
            <a:ext cx="411480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Consolas"/>
              </a:defRPr>
            </a:pPr>
            <a:r>
              <a:t>POST /context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35661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Session context injection</a:t>
            </a:r>
            <a:br/>
            <a:r>
              <a:t>→ Critical + high tier memories</a:t>
            </a:r>
            <a:br/>
            <a:r>
              <a:t>→ Token-optimized format</a:t>
            </a:r>
            <a:br/>
            <a:r>
              <a:t>→ Mid-conversation refresh</a:t>
            </a:r>
            <a:br/>
            <a:r>
              <a:t>→ Auto-promote on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7132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onsolas"/>
              </a:defRPr>
            </a:pPr>
            <a:r>
              <a:t># Add memory to any agent in 2 lines</a:t>
            </a:r>
            <a:br/>
            <a:r>
              <a:t>context = engrm.context()  # Get relevant memories</a:t>
            </a:r>
            <a:br/>
            <a:r>
              <a:t>engrm.store("User prefers dark mode", type="preference")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B15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</a:defRPr>
            </a:pPr>
            <a:r>
              <a:t>Memory that thinks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Arial"/>
              </a:defRPr>
            </a:pPr>
            <a:r>
              <a:t>Built-in intelligence. Not just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017520"/>
            <a:ext cx="6217920" cy="20116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46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B15"/>
                </a:solidFill>
                <a:latin typeface="Arial"/>
              </a:defRPr>
            </a:pPr>
            <a:r>
              <a:t>Tiered Importance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59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Critical → Working → High → Normal</a:t>
            </a:r>
            <a:br/>
            <a:r>
              <a:t>Auto-promotion: 5+ accesses → high, 15+ → critical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017520"/>
            <a:ext cx="6217920" cy="20116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246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B15"/>
                </a:solidFill>
                <a:latin typeface="Arial"/>
              </a:defRPr>
            </a:pPr>
            <a:r>
              <a:t>Reflect &amp; Synthesize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794759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LLM consolidates recent memories into insights.</a:t>
            </a:r>
            <a:br/>
            <a:r>
              <a:t>Remove redundancy, strengthen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303520"/>
            <a:ext cx="6217920" cy="20116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532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B15"/>
                </a:solidFill>
                <a:latin typeface="Arial"/>
              </a:defRPr>
            </a:pPr>
            <a:r>
              <a:t>Smart Decay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80759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Ebbinghaus curves (×0.95/week default).</a:t>
            </a:r>
            <a:br/>
            <a:r>
              <a:t>Important = slow decay. Reinforced = stronger.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5303520"/>
            <a:ext cx="6217920" cy="20116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5532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B15"/>
                </a:solidFill>
                <a:latin typeface="Arial"/>
              </a:defRPr>
            </a:pPr>
            <a:r>
              <a:t>Entity Linking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080759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Auto-extract people, places, concepts.</a:t>
            </a:r>
            <a:br/>
            <a:r>
              <a:t>same_entity edges connect related memories.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User &amp; Agent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6464"/>
                </a:solidFill>
                <a:latin typeface="Arial"/>
              </a:defRPr>
            </a:pPr>
            <a:r>
              <a:t>Core principle: Nobody else reads your data. Not Engrm. Not the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3931920" cy="237744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B15"/>
                </a:solidFill>
                <a:latin typeface="Arial"/>
              </a:defRPr>
            </a:pPr>
            <a:r>
              <a:t>Agent sends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Plaintext via API.</a:t>
            </a:r>
            <a:br/>
            <a:r>
              <a:t>Simple integration.</a:t>
            </a:r>
            <a:br/>
            <a:r>
              <a:t>No crypto on client.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4663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DB1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657600"/>
            <a:ext cx="3931920" cy="237744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Server encrypts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480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AES-256-GCM.</a:t>
            </a:r>
            <a:br/>
            <a:r>
              <a:t>Per-user derived keys.</a:t>
            </a:r>
            <a:br/>
            <a:r>
              <a:t>Encrypted before storage.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4663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DB1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3657600"/>
            <a:ext cx="3931920" cy="237744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B15"/>
                </a:solidFill>
                <a:latin typeface="Arial"/>
              </a:defRPr>
            </a:pPr>
            <a:r>
              <a:t>DB sees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4480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Ciphertext.</a:t>
            </a:r>
            <a:br/>
            <a:r>
              <a:t>Can't decrypt.</a:t>
            </a:r>
            <a:br/>
            <a:r>
              <a:t>Breach = useless bytes.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5836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Encryption is non-negotiable. Removed for performance = immediately reverted.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B15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Memory outlives</a:t>
            </a:r>
            <a:br/>
            <a:r>
              <a:t>your model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6464"/>
                </a:solidFill>
                <a:latin typeface="Arial"/>
              </a:defRPr>
            </a:pPr>
            <a:r>
              <a:t>One memory layer. Every surface. Any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rial"/>
              </a:defRPr>
            </a:pPr>
            <a:r>
              <a:t>Model Agnostic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✓ Claude → GPT → Gemini</a:t>
            </a:r>
            <a:br/>
            <a:r>
              <a:t>✓ Switch models, keep memories</a:t>
            </a:r>
            <a:br/>
            <a:r>
              <a:t>✓ Not locked to OpenAI</a:t>
            </a:r>
            <a:br/>
            <a:r>
              <a:t>✓ Works with local models</a:t>
            </a:r>
            <a:br/>
            <a:r>
              <a:t>✓ Future-proof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93192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rial"/>
              </a:defRPr>
            </a:pPr>
            <a:r>
              <a:t>Cross-Platform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46634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✓ Telegram, Discord, Slack</a:t>
            </a:r>
            <a:br/>
            <a:r>
              <a:t>✓ Web, mobile, CLI</a:t>
            </a:r>
            <a:br/>
            <a:r>
              <a:t>✓ Same memories everywhere</a:t>
            </a:r>
            <a:br/>
            <a:r>
              <a:t>✓ Any chat surface</a:t>
            </a:r>
            <a:br/>
            <a:r>
              <a:t>✓ One API, all channels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393192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rial"/>
              </a:defRPr>
            </a:pPr>
            <a:r>
              <a:t>Cross-Device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46634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✓ Cloud-native storage</a:t>
            </a:r>
            <a:br/>
            <a:r>
              <a:t>✓ Survives restarts</a:t>
            </a:r>
            <a:br/>
            <a:r>
              <a:t>✓ Works from any device</a:t>
            </a:r>
            <a:br/>
            <a:r>
              <a:t>✓ Encrypted in transit &amp; rest</a:t>
            </a:r>
            <a:br/>
            <a:r>
              <a:t>✓ No local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7315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Arial"/>
              </a:defRPr>
            </a:pPr>
            <a:r>
              <a:t>ChatGPT memory is locked to OpenAI. Engrm memory is yours.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2D3EE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</a:defRPr>
            </a:pPr>
            <a: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Arial"/>
              </a:defRPr>
            </a:pPr>
            <a:r>
              <a:t>Cognee raised $7.5M validating the category. We're simpler, faster, privacy-first.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12344400" cy="38404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6464"/>
                </a:solidFill>
                <a:latin typeface="Arial"/>
              </a:defRPr>
            </a:pPr>
            <a:r>
              <a:t>Cognee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6464"/>
                </a:solidFill>
                <a:latin typeface="Arial"/>
              </a:defRPr>
            </a:pPr>
            <a:r>
              <a:t>Mem0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B15"/>
                </a:solidFill>
                <a:latin typeface="Arial"/>
              </a:defRPr>
            </a:pPr>
            <a:r>
              <a:t>Engrm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Arial"/>
              </a:defRPr>
            </a:pPr>
            <a: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B15"/>
                </a:solidFill>
                <a:latin typeface="Arial"/>
              </a:defRPr>
            </a:pPr>
            <a:r>
              <a:t>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ECL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Simple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B15"/>
                </a:solidFill>
                <a:latin typeface="Arial"/>
              </a:defRPr>
            </a:pPr>
            <a:r>
              <a:t>2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Arial"/>
              </a:defRPr>
            </a:pPr>
            <a:r>
              <a:t>Model lock-in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B15"/>
                </a:solidFill>
                <a:latin typeface="Arial"/>
              </a:defRPr>
            </a:pPr>
            <a:r>
              <a:t>None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Arial"/>
              </a:defRPr>
            </a:pPr>
            <a:r>
              <a:t>Encryption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Enterprise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349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Optional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B15"/>
                </a:solidFill>
                <a:latin typeface="Arial"/>
              </a:defRPr>
            </a:pPr>
            <a:r>
              <a:t>Default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Arial"/>
              </a:defRPr>
            </a:pPr>
            <a:r>
              <a:t>Cross-platform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API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852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API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B15"/>
                </a:solidFill>
                <a:latin typeface="Arial"/>
              </a:defRPr>
            </a:pPr>
            <a:r>
              <a:t>Built-in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355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Arial"/>
              </a:defRPr>
            </a:pPr>
            <a:r>
              <a:t>Privacy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6355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355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Standard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355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B15"/>
                </a:solidFill>
                <a:latin typeface="Arial"/>
              </a:defRPr>
            </a:pPr>
            <a:r>
              <a:t>User-only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Developer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6464"/>
                </a:solidFill>
                <a:latin typeface="Arial"/>
              </a:defRPr>
            </a:pPr>
            <a:r>
              <a:t>Memory should feel automatic. Integration in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6400800" cy="36576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Python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from engrm import Engrm</a:t>
            </a:r>
            <a:br/>
            <a:br/>
            <a:r>
              <a:t>client = Engrm(api_key="mem_...")</a:t>
            </a:r>
            <a:br/>
            <a:br/>
            <a:r>
              <a:t># Store automatically</a:t>
            </a:r>
            <a:br/>
            <a:r>
              <a:t>client.store("User loves hiking")</a:t>
            </a:r>
            <a:br/>
            <a:br/>
            <a:r>
              <a:t># Recall with context</a:t>
            </a:r>
            <a:br/>
            <a:r>
              <a:t>memories = client.search("outdoor activities")</a:t>
            </a:r>
            <a:br/>
            <a:br/>
            <a:r>
              <a:t># Inject into prompt</a:t>
            </a:r>
            <a:br/>
            <a:r>
              <a:t>context = client.context()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200400"/>
            <a:ext cx="5760720" cy="36576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What 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9319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Arial"/>
              </a:defRPr>
            </a:pPr>
            <a:r>
              <a:t>✓ Auto memory classification</a:t>
            </a:r>
            <a:br/>
            <a:r>
              <a:t>✓ Entity extraction included</a:t>
            </a:r>
            <a:br/>
            <a:r>
              <a:t>✓ Semantic + keyword search</a:t>
            </a:r>
            <a:br/>
            <a:r>
              <a:t>✓ Token-optimized context</a:t>
            </a:r>
            <a:br/>
            <a:r>
              <a:t>✓ Memory Browser dashboard</a:t>
            </a:r>
            <a:br/>
            <a:r>
              <a:t>✓ Usage analytics</a:t>
            </a:r>
            <a:br/>
            <a:r>
              <a:t>✓ MCP server for Claude</a:t>
            </a:r>
            <a:br/>
            <a:r>
              <a:t>✓ REST API + TypeScript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B15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</a:defRPr>
            </a:pPr>
            <a:r>
              <a:t>Status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6400800" cy="41148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Live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✓ Core API (store, search, context)</a:t>
            </a:r>
            <a:br/>
            <a:r>
              <a:t>✓ Server-side encryption (AES-256-GCM)</a:t>
            </a:r>
            <a:br/>
            <a:r>
              <a:t>✓ Memory types &amp; classification</a:t>
            </a:r>
            <a:br/>
            <a:r>
              <a:t>✓ Tiered importance system</a:t>
            </a:r>
            <a:br/>
            <a:r>
              <a:t>✓ Reflect, consolidate, decay</a:t>
            </a:r>
            <a:br/>
            <a:r>
              <a:t>✓ Entity extraction &amp; linking</a:t>
            </a:r>
            <a:br/>
            <a:r>
              <a:t>✓ Memory Browser dashboard</a:t>
            </a:r>
            <a:br/>
            <a:r>
              <a:t>✓ Python SDK + MCP server</a:t>
            </a:r>
            <a:br/>
            <a:r>
              <a:t>✓ LongMemEval benchmark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74320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Next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474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Arial"/>
              </a:defRPr>
            </a:pPr>
            <a:r>
              <a:t>→ LangChain integration</a:t>
            </a:r>
            <a:br/>
            <a:r>
              <a:t>→ OpenAI Agents SDK adapter</a:t>
            </a:r>
            <a:br/>
            <a:r>
              <a:t>→ Proactive recall (auto-surface)</a:t>
            </a:r>
            <a:br/>
            <a:r>
              <a:t>→ Contradiction detection</a:t>
            </a:r>
            <a:br/>
            <a:r>
              <a:t>→ Multi-agent memory sharing</a:t>
            </a:r>
            <a:br/>
            <a:r>
              <a:t>→ Enterprise SSO + audit logs</a:t>
            </a:r>
            <a:br/>
            <a:r>
              <a:t>→ On-prem deployment 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</a:defRPr>
            </a:pPr>
            <a:r>
              <a:t>Simple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Arial"/>
              </a:defRPr>
            </a:pPr>
            <a:r>
              <a:t>Start free. Scale with usage.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4114800" cy="38404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6464"/>
                </a:solidFill>
                <a:latin typeface="Consolas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Arial"/>
              </a:defRPr>
            </a:pPr>
            <a:r>
              <a:t>5K memories/mo</a:t>
            </a:r>
            <a:br/>
            <a:r>
              <a:t>100MB storage</a:t>
            </a:r>
            <a:br/>
            <a:r>
              <a:t>Core features</a:t>
            </a:r>
            <a:br/>
            <a:r>
              <a:t>Community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200400"/>
            <a:ext cx="4114800" cy="38404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B15"/>
                </a:solidFill>
                <a:latin typeface="Consolas"/>
              </a:defRPr>
            </a:pPr>
            <a: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931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DB15"/>
                </a:solidFill>
                <a:latin typeface="Arial"/>
              </a:defRPr>
            </a:pPr>
            <a:r>
              <a:t>$29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7548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50K memories/mo</a:t>
            </a:r>
            <a:br/>
            <a:r>
              <a:t>1GB storage</a:t>
            </a:r>
            <a:br/>
            <a:r>
              <a:t>Reflect &amp; analytics</a:t>
            </a:r>
            <a:br/>
            <a:r>
              <a:t>Priority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3200400"/>
            <a:ext cx="4114800" cy="38404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6464"/>
                </a:solidFill>
                <a:latin typeface="Consolas"/>
              </a:defRPr>
            </a:pPr>
            <a: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931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Custom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47548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Arial"/>
              </a:defRPr>
            </a:pPr>
            <a:r>
              <a:t>Unlimited scale</a:t>
            </a:r>
            <a:br/>
            <a:r>
              <a:t>On-prem option</a:t>
            </a:r>
            <a:br/>
            <a:r>
              <a:t>SSO + SLA</a:t>
            </a:r>
            <a:br/>
            <a:r>
              <a:t>Dedicated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1828800"/>
            <a:ext cx="6400800" cy="6400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Give your agents</a:t>
            </a:r>
            <a:br/>
            <a:r>
              <a:t>a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46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46464"/>
                </a:solidFill>
                <a:latin typeface="Arial"/>
              </a:defRPr>
            </a:pPr>
            <a:r>
              <a:t>The cognitive layer for AI agents.</a:t>
            </a:r>
            <a:br/>
            <a:r>
              <a:t>Self-improving. Encrypted. Fast to integrate.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640080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6492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Arial"/>
              </a:defRPr>
            </a:pPr>
            <a:r>
              <a:t>Start building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Consolas"/>
              </a:defRPr>
            </a:pPr>
            <a:r>
              <a:t>engrm.xyz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B15"/>
                </a:solidFill>
                <a:latin typeface="Consola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