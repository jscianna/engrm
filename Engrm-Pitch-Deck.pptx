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1371600"/>
            <a:ext cx="5486400" cy="54864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0000"/>
                </a:solidFill>
                <a:latin typeface="Arial"/>
              </a:defRPr>
            </a:pPr>
            <a:r>
              <a:t>Memory for</a:t>
            </a:r>
            <a:br/>
            <a: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Persistent memory that compounds over time.</a:t>
            </a:r>
            <a:br/>
            <a:r>
              <a:t>Like a human brain, not a chat 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onsolas"/>
              </a:defRPr>
            </a:pPr>
            <a:r>
              <a:t>engrm.xyz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0000"/>
                </a:solidFill>
                <a:latin typeface="Arial"/>
              </a:defRPr>
            </a:pPr>
            <a:r>
              <a:t>Every AI agent</a:t>
            </a:r>
            <a:br/>
            <a:r>
              <a:t>wakes up with amnesia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ChatGPT forgets you exist between sessions.</a:t>
            </a:r>
            <a:br/>
            <a:r>
              <a:t>Custom agents lose context every restart.</a:t>
            </a:r>
            <a:br/>
            <a:r>
              <a:t>RAG retrieves documents, not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8288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0116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MEMORIES RETAINED</a:t>
            </a:r>
            <a:br/>
            <a:r>
              <a:t>BETWEEN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6576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3840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CONTEXT LOST</a:t>
            </a:r>
            <a:br/>
            <a:r>
              <a:t>ON RESTART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548640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5669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B15"/>
                </a:solidFill>
                <a:latin typeface="Arial"/>
              </a:defRPr>
            </a:pPr>
            <a:r>
              <a:t>$47B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00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AI AGENT MARKET</a:t>
            </a:r>
            <a:br/>
            <a:r>
              <a:t>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0000"/>
                </a:solidFill>
                <a:latin typeface="Arial"/>
              </a:defRPr>
            </a:pPr>
            <a:r>
              <a:t>A brain, not a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1E1E"/>
                </a:solidFill>
                <a:latin typeface="Arial"/>
              </a:defRPr>
            </a:pPr>
            <a:r>
              <a:t>Memory that works like human cognition.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Biological decay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Memories fade naturally.</a:t>
            </a:r>
            <a:br/>
            <a:r>
              <a:t>Important ones strengthen.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Associative 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Related memories connect.</a:t>
            </a:r>
            <a:br/>
            <a:r>
              <a:t>Context compounds.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657600"/>
            <a:ext cx="4114800" cy="29260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9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9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Privacy-first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9" y="51206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Client-side encryption.</a:t>
            </a:r>
            <a:br/>
            <a:r>
              <a:t>Your data stays yours.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20040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Agent saves memory</a:t>
            </a:r>
            <a:br/>
            <a:r>
              <a:t>via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20040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Vectorize +</a:t>
            </a:r>
            <a:br/>
            <a:r>
              <a:t>link to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20040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Decay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Strengthen or</a:t>
            </a:r>
            <a:br/>
            <a:r>
              <a:t>fade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59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0" y="320040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B15"/>
                </a:solidFill>
                <a:latin typeface="Arial"/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Semantic search +</a:t>
            </a:r>
            <a:br/>
            <a:r>
              <a:t>context inject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179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onsolas"/>
              </a:defRPr>
            </a:pPr>
            <a:r>
              <a:t># Store a memory</a:t>
            </a:r>
            <a:br/>
            <a:r>
              <a:t>engrm.store("User prefers dark mode and minimalist design")</a:t>
            </a:r>
            <a:br/>
            <a:br/>
            <a:r>
              <a:t># Recall relevant context  </a:t>
            </a:r>
            <a:br/>
            <a:r>
              <a:t>memories = engrm.recall("What design style does the user like?")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Memory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Biological decay curves. Not FIFO deletion.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12344400" cy="32004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Arial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Memory 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Arial"/>
              </a:defRPr>
            </a:pPr>
            <a:r>
              <a:t>Day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No access, begins decay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Arial"/>
              </a:defRPr>
            </a:pPr>
            <a:r>
              <a:t>Day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Mentioned once, reinforced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Arial"/>
              </a:defRPr>
            </a:pPr>
            <a:r>
              <a:t>Day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Accessed in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Arial"/>
              </a:defRPr>
            </a:pPr>
            <a:r>
              <a:t>Day 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Low access, archived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Identity memories ("my name is...") → Never deleted, 365-day half-life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Works with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Any LLM. Any framework. 5 minutes to integrate.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Standard HTTP endpoints.</a:t>
            </a:r>
            <a:br/>
            <a:r>
              <a:t>JSON in, JSON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47472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MCP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297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Model Context Protocol.</a:t>
            </a:r>
            <a:br/>
            <a:r>
              <a:t>Works with Claude, etc.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347472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Arial"/>
              </a:defRPr>
            </a:pPr>
            <a:r>
              <a:t>Python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4297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pip install engrm</a:t>
            </a:r>
            <a:br/>
            <a:r>
              <a:t>One import, done.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943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  <a:latin typeface="Arial"/>
              </a:defRPr>
            </a:pPr>
            <a:r>
              <a:t>Compatible with: OpenAI · Anthropic · Llama · Mistral · Any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Privacy-first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Arial"/>
              </a:defRPr>
            </a:pPr>
            <a:r>
              <a:t>Client-side encryption option.</a:t>
            </a:r>
            <a:br/>
            <a:r>
              <a:t>We can't read your memories even if we wanted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B15"/>
                </a:solidFill>
                <a:latin typeface="Arial"/>
              </a:defRPr>
            </a:pPr>
            <a:r>
              <a:t>Your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AES-256-GCM</a:t>
            </a:r>
            <a:br/>
            <a:r>
              <a:t>encryption</a:t>
            </a:r>
            <a:br/>
            <a:r>
              <a:t>before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6464"/>
                </a:solidFill>
                <a:latin typeface="Arial"/>
              </a:defRPr>
            </a:pPr>
            <a:r>
              <a:t>Our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Store ciphertext</a:t>
            </a:r>
            <a:br/>
            <a:r>
              <a:t>+ encrypted</a:t>
            </a:r>
            <a:br/>
            <a:r>
              <a:t>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B1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25400">
            <a:solidFill>
              <a:srgbClr val="FFD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B15"/>
                </a:solidFill>
                <a:latin typeface="Arial"/>
              </a:defRPr>
            </a:pPr>
            <a:r>
              <a:t>Your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Decrypt on</a:t>
            </a:r>
            <a:br/>
            <a:r>
              <a:t>retrieval</a:t>
            </a:r>
            <a:br/>
            <a:r>
              <a:t>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583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Optional: Permanent storage on Arweave (premium add-on)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  Agents are shipping — ChatGPT Plugins, Claude MCP, custom bots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  Memory is the missing layer — RAG solves documents, not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79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  Privacy matters — users want AI that remembers them, not corporations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59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  Foundation models commoditizing — memory becomes the moat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594360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6126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B15"/>
                </a:solidFill>
                <a:latin typeface="Arial"/>
              </a:defRPr>
            </a:pPr>
            <a:r>
              <a:t>$47B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766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AI AGENT TAM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"/>
              </a:defRPr>
            </a:pPr>
            <a:r>
              <a:t>Simple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Arial"/>
              </a:defRPr>
            </a:pPr>
            <a:r>
              <a:t>Start free. Scale with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6464"/>
                </a:solidFill>
                <a:latin typeface="Consolas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5K memories/mo</a:t>
            </a:r>
            <a:br/>
            <a:r>
              <a:t>100MB storage</a:t>
            </a:r>
            <a:br/>
            <a:r>
              <a:t>Community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20040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B15"/>
                </a:solidFill>
                <a:latin typeface="Consolas"/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B15"/>
                </a:solidFill>
                <a:latin typeface="Arial"/>
              </a:defRPr>
            </a:pPr>
            <a:r>
              <a:t>$29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754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50K memories/mo</a:t>
            </a:r>
            <a:br/>
            <a:r>
              <a:t>1GB storage</a:t>
            </a:r>
            <a:br/>
            <a:r>
              <a:t>Priority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200400"/>
            <a:ext cx="41148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6464"/>
                </a:solidFill>
                <a:latin typeface="Consolas"/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4754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Unlimited</a:t>
            </a:r>
            <a:br/>
            <a:r>
              <a:t>On-prem option</a:t>
            </a:r>
            <a:br/>
            <a:r>
              <a:t>SLA +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6464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828800"/>
            <a:ext cx="6400800" cy="6400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Give your agents</a:t>
            </a:r>
            <a:br/>
            <a:r>
              <a:t>a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46464"/>
                </a:solidFill>
                <a:latin typeface="Arial"/>
              </a:defRPr>
            </a:pPr>
            <a:r>
              <a:t>Persistent. Private. Biological.</a:t>
            </a:r>
            <a:br/>
            <a:r>
              <a:t>The memory layer for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64008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FFD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6492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Start building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B15"/>
                </a:solidFill>
                <a:latin typeface="Consolas"/>
              </a:defRPr>
            </a:pPr>
            <a:r>
              <a:t>engrm.xyz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7498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B15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