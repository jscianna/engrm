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1A1AA"/>
                </a:solidFill>
              </a:defRPr>
            </a:pPr>
            <a:r>
              <a:t>Zero-Knowledge Memory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D3EE"/>
                </a:solidFill>
              </a:defRPr>
            </a:pPr>
            <a:r>
              <a:t>Permanent Storage  •  True Encryption  •  Local Embeddings  •  Biological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Current AI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Context window limitations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No persistence across sessions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Centralized, readable by providers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No biological memory dynamics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Flat storage, no associations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What Agents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Unlimited long-term memory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True privacy (zero-knowledge)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Intelligent recall &amp; linking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Natural forgetting (decay)</a:t>
            </a:r>
          </a:p>
          <a:p>
            <a:pPr>
              <a:spcBef>
                <a:spcPts val="800"/>
              </a:spcBef>
              <a:defRPr sz="1800">
                <a:solidFill>
                  <a:srgbClr val="A1A1AA"/>
                </a:solidFill>
              </a:defRPr>
            </a:pPr>
            <a:r>
              <a:t>→ Associative memory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Zero-Knowledge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828800" cy="13716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828800" cy="13716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Heuristics</a:t>
            </a:r>
            <a:br/>
            <a:r>
              <a:t>score ≥ 6.0?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1828800" cy="13716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Local Embed</a:t>
            </a:r>
            <a:br/>
            <a:r>
              <a:t>FastEmbed ONNX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1828800" cy="1371600"/>
          </a:xfrm>
          <a:prstGeom prst="roundRect">
            <a:avLst/>
          </a:prstGeom>
          <a:solidFill>
            <a:srgbClr val="272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Encrypt</a:t>
            </a:r>
            <a:br/>
            <a:r>
              <a:t>AES-256-GCM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828800"/>
            <a:ext cx="1828800" cy="13716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MEMRY</a:t>
            </a:r>
            <a:br/>
            <a:r>
              <a:t>Store +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D3EE"/>
                </a:solidFill>
              </a:defRPr>
            </a:pPr>
            <a:r>
              <a:t>Server receives: Vector + Encrypted blob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F4444"/>
                </a:solidFill>
              </a:defRPr>
            </a:pPr>
            <a:r>
              <a:t>Server CANNOT: Read content • See queries • Decrypt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How Context Injection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Every turn, agent retrieves relevant memories and injects into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What time works</a:t>
            </a:r>
            <a:br/>
            <a:r>
              <a:t>for a call?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Embed &amp;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MEMRY returns</a:t>
            </a:r>
            <a:br/>
            <a:r>
              <a:t>top-K memories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Decrypt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Agent decrypts</a:t>
            </a:r>
            <a:br/>
            <a:r>
              <a:t>with vault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Inject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Add to system</a:t>
            </a:r>
            <a:br/>
            <a:r>
              <a:t>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Response uses</a:t>
            </a:r>
            <a:br/>
            <a:r>
              <a:t>memory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Example Augmented Prompt: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System: You are a helpful assistant.</a:t>
            </a:r>
            <a:br/>
            <a:br/>
            <a:r>
              <a:t>## Relevant memories:</a:t>
            </a:r>
            <a:br/>
            <a:r>
              <a:t>- User prefers morning meetings (preference)</a:t>
            </a:r>
            <a:br/>
            <a:r>
              <a:t>- User timezone is SGT, GMT+8 (fact)</a:t>
            </a:r>
            <a:br/>
            <a:r>
              <a:t>- User is busy Fridays (constraint)</a:t>
            </a:r>
            <a:br/>
            <a:br/>
            <a:r>
              <a:t>User: What time works for a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Key Benefits: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A1A1AA"/>
                </a:solidFill>
              </a:defRPr>
            </a:pPr>
            <a:r>
              <a:t>→ Retrieval per turn — always fresh context</a:t>
            </a:r>
          </a:p>
          <a:p>
            <a:pPr>
              <a:spcBef>
                <a:spcPts val="800"/>
              </a:spcBef>
              <a:defRPr sz="1300">
                <a:solidFill>
                  <a:srgbClr val="A1A1AA"/>
                </a:solidFill>
              </a:defRPr>
            </a:pPr>
            <a:r>
              <a:t>→ Semantic search — meaning, not keywords</a:t>
            </a:r>
          </a:p>
          <a:p>
            <a:pPr>
              <a:spcBef>
                <a:spcPts val="800"/>
              </a:spcBef>
              <a:defRPr sz="1300">
                <a:solidFill>
                  <a:srgbClr val="A1A1AA"/>
                </a:solidFill>
              </a:defRPr>
            </a:pPr>
            <a:r>
              <a:t>→ Strength-weighted — important memories first</a:t>
            </a:r>
          </a:p>
          <a:p>
            <a:pPr>
              <a:spcBef>
                <a:spcPts val="800"/>
              </a:spcBef>
              <a:defRPr sz="1300">
                <a:solidFill>
                  <a:srgbClr val="A1A1AA"/>
                </a:solidFill>
              </a:defRPr>
            </a:pPr>
            <a:r>
              <a:t>→ Co-retrieval bonds — related memories link</a:t>
            </a:r>
          </a:p>
          <a:p>
            <a:pPr>
              <a:spcBef>
                <a:spcPts val="800"/>
              </a:spcBef>
              <a:defRPr sz="1300">
                <a:solidFill>
                  <a:srgbClr val="A1A1AA"/>
                </a:solidFill>
              </a:defRPr>
            </a:pPr>
            <a:r>
              <a:t>→ Decay filters — old noise fades 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Intelligent Extraction (No LLM Cost)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Deterministic heuristics decide what's worth remembering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Explicit 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+3.0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"remember this", "my name is"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+2.0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"decided", "going with"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346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+1.5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"actually", "no wait"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Emotional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375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+1.5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375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CAPS, "amazing!!!"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+1.0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"January 5th", "next Tuesday"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43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Entities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433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+2.0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433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Names, URLs, 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1A1AA"/>
                </a:solidFill>
              </a:defRPr>
            </a:pPr>
            <a:r>
              <a:t>Final Score = Base (0-7) × Type Multiplier (0.8-1.3) → Store if ≥ 6.0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Memory Types &amp;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Biological memory dynamics — important things persist, trivia fades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</a:defRPr>
            </a:pPr>
            <a:r>
              <a:t>● Constraint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5486400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180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55F7"/>
                </a:solidFill>
              </a:defRPr>
            </a:pPr>
            <a:r>
              <a:t>●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3675888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120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● How-to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743200"/>
            <a:ext cx="3675888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120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● Fact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200400"/>
            <a:ext cx="2743200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● Preference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57600"/>
            <a:ext cx="1810512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60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4899"/>
                </a:solidFill>
              </a:defRPr>
            </a:pPr>
            <a:r>
              <a:t>● Relationship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114800"/>
            <a:ext cx="932688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30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● Event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572000"/>
            <a:ext cx="438912" cy="2743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14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</a:defRPr>
            </a:pPr>
            <a:r>
              <a:t>strength = base × (0.9 ^ (days_since_access / halflife))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8521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</a:defRPr>
            </a:pPr>
            <a:r>
              <a:t>Access resets the clock • Repeated mentions strengthen • Below 0.3 → archive → 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Fire Together, Wire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Repeated mentions strengthen memories instead of duplicating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Reinforcement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New memory arrives</a:t>
            </a:r>
            <a:br/>
            <a:r>
              <a:t>       ↓</a:t>
            </a:r>
            <a:br/>
            <a:r>
              <a:t>Find similar (cosine &gt; 0.85)?</a:t>
            </a:r>
            <a:br/>
            <a:r>
              <a:t>       ↓</a:t>
            </a:r>
            <a:br/>
            <a:r>
              <a:t>  YES → REINFORCE</a:t>
            </a:r>
            <a:br/>
            <a:r>
              <a:t>  • strength ↑</a:t>
            </a:r>
            <a:br/>
            <a:r>
              <a:t>  • mentions ↑</a:t>
            </a:r>
            <a:br/>
            <a:r>
              <a:t>  • merge entities</a:t>
            </a:r>
            <a:br/>
            <a:br/>
            <a:r>
              <a:t>  NO → CREATE NEW</a:t>
            </a:r>
            <a:br/>
            <a:r>
              <a:t>  • strength = 1.0</a:t>
            </a:r>
            <a:br/>
            <a:r>
              <a:t>  • set halflife</a:t>
            </a:r>
            <a:br/>
            <a:r>
              <a:t>  • auto-link similar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Frequency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1st mention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1.0×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2nd mention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1.4× (+40%)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3rd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1.6× (+20%)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4th mention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1.8× (+20%)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5th+ mention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+5%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Maximum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2.5× 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Example: "Rex" mentioned 5× → 0.6 → 0.84 → 0.97 → 1.08 → 1.13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Turso — Edge SQLite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Arweave — Permanent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Vector Index —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AES-256-GCM — Encryption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PBKDF2 — Key derivation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Client-side — All crypto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FastEmbed — Local ONNX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Heuristics — No LLM cost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</a:defRPr>
            </a:pPr>
            <a:r>
              <a:t>→ Graph — Associations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</a:defRPr>
            </a:pPr>
            <a:r>
              <a:t>LLM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384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</a:defRPr>
            </a:pPr>
            <a:r>
              <a:t>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~200ms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</a:defRPr>
            </a:pPr>
            <a:r>
              <a:t>Embed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</a:defRPr>
            </a:pPr>
            <a: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MEMRY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Easy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Claude Desktop &amp; MCP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npm install -g @memry/mcp</a:t>
            </a:r>
            <a:br/>
            <a:br/>
            <a:r>
              <a:t>"memry": { "command": "memry-mcp"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Python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Full ZK with FastEmbed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pip install memry-sdk</a:t>
            </a:r>
            <a:br/>
            <a:br/>
            <a:r>
              <a:t>client.store("User likes dark theme")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Any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POST /api/v1/memories</a:t>
            </a:r>
            <a:br/>
            <a:r>
              <a:t>{ "content": "...", "embedding": [...]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Give Your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Real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Zero-Knowledge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We can't read your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Biological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Decay, reinforcement, linking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Zero LLM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Heuristics for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♾️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Permanent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</a:defRPr>
            </a:pPr>
            <a:r>
              <a:t>Arweave storage forever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D3EE"/>
                </a:solidFill>
              </a:defRPr>
            </a:pPr>
            <a:r>
              <a:t>memry.ai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