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1371600"/>
            <a:ext cx="5486400" cy="54864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0000"/>
                </a:solidFill>
                <a:latin typeface="Arial"/>
              </a:defRPr>
            </a:pPr>
            <a:r>
              <a:t>Memory for</a:t>
            </a:r>
            <a:br/>
            <a:r>
              <a:t>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1E1E"/>
                </a:solidFill>
                <a:latin typeface="Arial"/>
              </a:defRPr>
            </a:pPr>
            <a:r>
              <a:t>Self-improving memory that compounds over time.</a:t>
            </a:r>
            <a:br/>
            <a:r>
              <a:t>Encrypted by default. Works with any LLM.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onsolas"/>
              </a:defRPr>
            </a:pPr>
            <a:r>
              <a:t>engrm.xyz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0000"/>
                </a:solidFill>
                <a:latin typeface="Arial"/>
              </a:defRPr>
            </a:pPr>
            <a:r>
              <a:t>Every AI agent</a:t>
            </a:r>
            <a:br/>
            <a:r>
              <a:t>wakes up with amnesia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1E1E"/>
                </a:solidFill>
                <a:latin typeface="Arial"/>
              </a:defRPr>
            </a:pPr>
            <a:r>
              <a:t>ChatGPT forgets you between sessions.</a:t>
            </a:r>
            <a:br/>
            <a:r>
              <a:t>Custom agents lose context on restart.</a:t>
            </a:r>
            <a:br/>
            <a:r>
              <a:t>RAG retrieves documents, not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8288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0116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MEMORIES RETAINED</a:t>
            </a:r>
            <a:br/>
            <a:r>
              <a:t>BETWEEN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6576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38404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$7.5M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COGNEE SEED ROUND</a:t>
            </a:r>
            <a:br/>
            <a:r>
              <a:t>VALIDATES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54864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56692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$47B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00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AI AGENT MARKET</a:t>
            </a:r>
            <a:br/>
            <a:r>
              <a:t>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0000"/>
                </a:solidFill>
                <a:latin typeface="Arial"/>
              </a:defRPr>
            </a:pPr>
            <a:r>
              <a:t>A brain, not a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1E1E"/>
                </a:solidFill>
                <a:latin typeface="Arial"/>
              </a:defRPr>
            </a:pPr>
            <a:r>
              <a:t>Memory that works like human cognition — and improves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Biological decay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Important memories strengthen.</a:t>
            </a:r>
            <a:br/>
            <a:r>
              <a:t>Stale ones fade naturally.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Self-improving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Reflect, consolidate, compress.</a:t>
            </a:r>
            <a:br/>
            <a:r>
              <a:t>Gets smarter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9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9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Encrypted by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9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Client-side AES-256.</a:t>
            </a:r>
            <a:br/>
            <a:r>
              <a:t>We can't read your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Two endpoints. That's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59436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Consolas"/>
              </a:defRPr>
            </a:pPr>
            <a:r>
              <a:t>POST /store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Agent saves memory (encrypted)</a:t>
            </a:r>
            <a:br/>
            <a:r>
              <a:t>→ Auto-extract entities</a:t>
            </a:r>
            <a:br/>
            <a:r>
              <a:t>→ Vectorize for semantic search</a:t>
            </a:r>
            <a:br/>
            <a:r>
              <a:t>→ Link to related memories</a:t>
            </a:r>
            <a:br/>
            <a:r>
              <a:t>→ Apply decay curves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743200"/>
            <a:ext cx="59436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Consolas"/>
              </a:defRPr>
            </a:pPr>
            <a:r>
              <a:t>POST /recall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Query relevant memories</a:t>
            </a:r>
            <a:br/>
            <a:r>
              <a:t>→ Semantic + keyword search</a:t>
            </a:r>
            <a:br/>
            <a:r>
              <a:t>→ Boost by feedback score</a:t>
            </a:r>
            <a:br/>
            <a:r>
              <a:t>→ Filter by time/namespace</a:t>
            </a:r>
            <a:br/>
            <a:r>
              <a:t>→ Inject into LLM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132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onsolas"/>
              </a:defRPr>
            </a:pPr>
            <a:r>
              <a:t># That's it. Two lines to add memory to any agent.</a:t>
            </a:r>
            <a:br/>
            <a:r>
              <a:t>memories = engrm.recall("user preferences")</a:t>
            </a:r>
            <a:br/>
            <a:r>
              <a:t>engrm.store("User prefers dark mode")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Memory that improves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Built-in LLM-powered maintenance. Not just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6217920" cy="192024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Consolidate recent memories into insights.</a:t>
            </a:r>
            <a:br/>
            <a:r>
              <a:t>Remove redundant facts, strengthen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200400"/>
            <a:ext cx="6217920" cy="192024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Rate recall results → boost relevance.</a:t>
            </a:r>
            <a:br/>
            <a:r>
              <a:t>Memories that help get reinforced.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394960"/>
            <a:ext cx="6217920" cy="192024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Compact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126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Auto-merge similar memories.</a:t>
            </a:r>
            <a:br/>
            <a:r>
              <a:t>Keep signal, reduce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394960"/>
            <a:ext cx="6217920" cy="192024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5577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Decay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126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Ebbinghaus curves. Important = slow decay.</a:t>
            </a:r>
            <a:br/>
            <a:r>
              <a:t>Accessed often = stronger retention.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Encrypted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6464"/>
                </a:solidFill>
                <a:latin typeface="Arial"/>
              </a:defRPr>
            </a:pPr>
            <a:r>
              <a:t>Not optional. Not an add-on. The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B15"/>
                </a:solidFill>
                <a:latin typeface="Arial"/>
              </a:defRPr>
            </a:pPr>
            <a:r>
              <a:t>Client encrypts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AES-256-GCM</a:t>
            </a:r>
            <a:br/>
            <a:r>
              <a:t>before upload.</a:t>
            </a:r>
            <a:br/>
            <a:r>
              <a:t>We never see plaintext.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6464"/>
                </a:solidFill>
                <a:latin typeface="Arial"/>
              </a:defRPr>
            </a:pPr>
            <a:r>
              <a:t>We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80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Ciphertext only.</a:t>
            </a:r>
            <a:br/>
            <a:r>
              <a:t>Can't decrypt.</a:t>
            </a:r>
            <a:br/>
            <a:r>
              <a:t>Can't read.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B15"/>
                </a:solidFill>
                <a:latin typeface="Arial"/>
              </a:defRPr>
            </a:pPr>
            <a:r>
              <a:t>Client decrypts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4480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On retrieval.</a:t>
            </a:r>
            <a:br/>
            <a:r>
              <a:t>Your keys.</a:t>
            </a:r>
            <a:br/>
            <a:r>
              <a:t>Your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583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API rejects plaintext. Vault setup required before creating keys.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Cognee raised $7.5M validating the category. We're the simpler, faster alternative.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12344400" cy="36576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0292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6464"/>
                </a:solidFill>
                <a:latin typeface="Arial"/>
              </a:defRPr>
            </a:pPr>
            <a:r>
              <a:t>Cognee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B15"/>
                </a:solidFill>
                <a:latin typeface="Arial"/>
              </a:defRPr>
            </a:pPr>
            <a:r>
              <a:t>Engrm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Setup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Days/weeks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B15"/>
                </a:solidFill>
                <a:latin typeface="Arial"/>
              </a:defRPr>
            </a:pPr>
            <a:r>
              <a:t>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ECL pipeline, 38 connectors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B15"/>
                </a:solidFill>
                <a:latin typeface="Arial"/>
              </a:defRPr>
            </a:pPr>
            <a:r>
              <a:t>2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Relational + Vector +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B15"/>
                </a:solidFill>
                <a:latin typeface="Arial"/>
              </a:defRPr>
            </a:pPr>
            <a:r>
              <a:t>We manage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Enterprise add-on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B15"/>
                </a:solidFill>
                <a:latin typeface="Arial"/>
              </a:defRPr>
            </a:pPr>
            <a:r>
              <a:t>Default, enforced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Self-improving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Knowledge graph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B15"/>
                </a:solidFill>
                <a:latin typeface="Arial"/>
              </a:defRPr>
            </a:pPr>
            <a:r>
              <a:t>Built-in reflect/compact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Status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Live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✓ Core API (store, recall, search)</a:t>
            </a:r>
            <a:br/>
            <a:r>
              <a:t>✓ Encryption enforced by default</a:t>
            </a:r>
            <a:br/>
            <a:r>
              <a:t>✓ Feedback loops &amp; decay curves</a:t>
            </a:r>
            <a:br/>
            <a:r>
              <a:t>✓ Self-improvement (reflect, compact)</a:t>
            </a:r>
            <a:br/>
            <a:r>
              <a:t>✓ Entity extraction</a:t>
            </a:r>
            <a:br/>
            <a:r>
              <a:t>✓ PDF ingestion</a:t>
            </a:r>
            <a:br/>
            <a:r>
              <a:t>✓ MCP server for Claude</a:t>
            </a:r>
            <a:br/>
            <a:r>
              <a:t>✓ REST API + Python 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74320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Next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474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→ LangChain integration</a:t>
            </a:r>
            <a:br/>
            <a:r>
              <a:t>→ OpenAI Agents SDK</a:t>
            </a:r>
            <a:br/>
            <a:r>
              <a:t>→ Proactive recall (auto-surface)</a:t>
            </a:r>
            <a:br/>
            <a:r>
              <a:t>→ Contradiction detection</a:t>
            </a:r>
            <a:br/>
            <a:r>
              <a:t>→ Multi-agent memory sharing</a:t>
            </a:r>
            <a:br/>
            <a:r>
              <a:t>→ Enterprise SSO</a:t>
            </a:r>
            <a:br/>
            <a:r>
              <a:t>→ On-prem 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Simple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Start free. Scale with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41148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6464"/>
                </a:solidFill>
                <a:latin typeface="Consolas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5K memories/mo</a:t>
            </a:r>
            <a:br/>
            <a:r>
              <a:t>100MB storage</a:t>
            </a:r>
            <a:br/>
            <a:r>
              <a:t>Core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200400"/>
            <a:ext cx="4114800" cy="36576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B15"/>
                </a:solidFill>
                <a:latin typeface="Consolas"/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DB15"/>
                </a:solidFill>
                <a:latin typeface="Arial"/>
              </a:defRPr>
            </a:pPr>
            <a:r>
              <a:t>$29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754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50K memories/mo</a:t>
            </a:r>
            <a:br/>
            <a:r>
              <a:t>1GB storage</a:t>
            </a:r>
            <a:br/>
            <a:r>
              <a:t>Reflect &amp; compact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200400"/>
            <a:ext cx="41148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6464"/>
                </a:solidFill>
                <a:latin typeface="Consolas"/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4754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Unlimited</a:t>
            </a:r>
            <a:br/>
            <a:r>
              <a:t>On-prem option</a:t>
            </a:r>
            <a:br/>
            <a:r>
              <a:t>SSO +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1828800"/>
            <a:ext cx="6400800" cy="6400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Give your agents</a:t>
            </a:r>
            <a:br/>
            <a:r>
              <a:t>a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46464"/>
                </a:solidFill>
                <a:latin typeface="Arial"/>
              </a:defRPr>
            </a:pPr>
            <a:r>
              <a:t>Self-improving. Encrypted. Fast to integrate.</a:t>
            </a:r>
            <a:br/>
            <a:r>
              <a:t>The memory layer AI agents deserve.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64008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6492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t>Start building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Consolas"/>
              </a:defRPr>
            </a:pPr>
            <a:r>
              <a:t>engrm.xyz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